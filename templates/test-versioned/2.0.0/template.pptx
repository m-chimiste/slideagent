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[DECK_TITLE]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[REPORT_DATE]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[PROJECT_NAME]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[SUMMARY]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[STATUS]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[OWNER]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